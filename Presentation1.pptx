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9F5E-ABEB-4807-B0FF-1EDDE069E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210C2-C1A4-4307-9D53-9842117F9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7431-5B8E-4806-9260-B8C4356D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C3B95-C13B-4653-A436-9F400014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859E8-946E-4536-B8E2-2542FA73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0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A3E2-93B2-4198-8D47-08A158DBC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6F63-02C2-4D05-B62E-7CB2F450F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1932-C12E-478E-8511-62643D89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002E-2B7A-4AD1-99AB-296D916E1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3CC79-4B04-4AAA-A55F-CFB2C352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1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D81E-C436-4483-A1F0-0442CFDF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6141-4199-4911-9BB0-D9FA17F09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8E4C-121C-4814-911C-097C361D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FEAF-4601-4793-96DE-B5F2D614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E1D24-BA36-4E0E-A501-AE92CF04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3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BC1F-D729-4A79-978A-9E8E925D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27C38-0816-4FD6-A72C-73D839B36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50076-0CD1-41B4-A10B-1930F821E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69A49-8922-434D-BDA5-EA19B058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1E115-9229-417C-BA3B-1C64D423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1CC27-6F83-4A6A-B395-D7CEE215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C1C1-DEC8-4C09-BA51-8C03667A0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5857F-335F-4643-AD2C-C0924FDFF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8B38C-9B85-4E4C-825F-43BF3383C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5E541-AAAE-4EE6-83E7-73F745690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378B3-5B70-4F52-AD37-F3752F65C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42B9B-3AEB-4EED-B05E-70E21724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0B858-7066-43EB-9BBD-3C340E68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87E7B-C451-41E5-BC58-1139BED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8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0DF9-6E64-46B0-90FF-475A6FF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FB7CE-5013-4F94-9BDE-EC487972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5F8EB-EAB8-4814-9BF3-7B1A625B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96EF5-A8C6-455F-873B-79425460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00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EBE0C-838E-444B-879D-097F22F8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4261B-B714-425B-8A2B-B0000AD0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D6C1F-85CD-4639-B00B-7FE2427B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60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4E23-5017-43FC-8441-DA0BCFDF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F5BCD-6612-4075-B2A1-0E7FC20DB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0E255-3719-41E3-A133-D9D2E97A0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262A8-7066-4734-BE4D-88A0701B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DA192-114A-4DFF-9A3D-EFD14C5D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9CEF-3800-425F-A91B-80B72938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4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3CF7-281C-4617-992B-8A977F6F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D81E1-F72D-4DF1-9430-4E867F3C6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B40F2-51AC-4E99-BEB6-FA3B857D0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C1C76-8219-43C4-B248-172340D8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848C7-948C-4884-B6E7-8D1EBBA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4CCA2-9748-4B94-9650-26AFAE9F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97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759B-DA62-4448-95C6-FA4E06E6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61E76-A56B-4EDA-8750-86EE76185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C15E-D4C8-4F13-8C6D-AA146A50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C866E-0491-42D6-994E-2AB2AAA4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9194-959C-41BA-8E46-F2B937AF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26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D2AF6-4DF6-4AF7-AF8E-6A882669F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36FCB-DF61-4028-87EE-9B1A0D84D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8DC2-4A0B-4203-81DF-34F81341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B11CD-4D3D-4FAF-AB0A-44C67DDB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8388A-4A63-49E8-B90D-EA121ED7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5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46CFC-9DB9-4408-9EF7-F11AE8C1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66A30-0136-45E5-9009-889505CE3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A583-EFA8-4EBE-AA95-CF10361EE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2B491-BE72-4C46-B41D-749C9CD09D56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7C054-AE4C-42AD-BBC0-E2DB2C344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A43A-77B1-4C11-8891-7686D86B6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1096F-90C9-4C15-AC6A-C11F86D93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73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43CFA6-AA93-4555-9CE2-82CD88008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864" y="2400156"/>
            <a:ext cx="5706271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908CF-B8AA-403F-9844-47A71BA94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040" y="3249930"/>
            <a:ext cx="3169920" cy="358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2E177-D9B0-48B0-9D52-9FE295D22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3" y="1209365"/>
            <a:ext cx="10707594" cy="44392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DAB8FE-5F44-48F5-9415-B4E94D17C854}"/>
              </a:ext>
            </a:extLst>
          </p:cNvPr>
          <p:cNvSpPr txBox="1"/>
          <p:nvPr/>
        </p:nvSpPr>
        <p:spPr>
          <a:xfrm>
            <a:off x="2078182" y="581891"/>
            <a:ext cx="428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Set  up vagrant file</a:t>
            </a:r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54431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81998B-47AB-4A76-BF90-4412FA91C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91" y="2400156"/>
            <a:ext cx="5706271" cy="2057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7605D6-F467-4109-8B91-529278F4F791}"/>
              </a:ext>
            </a:extLst>
          </p:cNvPr>
          <p:cNvSpPr txBox="1"/>
          <p:nvPr/>
        </p:nvSpPr>
        <p:spPr>
          <a:xfrm>
            <a:off x="2424544" y="1347210"/>
            <a:ext cx="520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Open vagrant, check number of file and close vagrant</a:t>
            </a:r>
          </a:p>
        </p:txBody>
      </p:sp>
    </p:spTree>
    <p:extLst>
      <p:ext uri="{BB962C8B-B14F-4D97-AF65-F5344CB8AC3E}">
        <p14:creationId xmlns:p14="http://schemas.microsoft.com/office/powerpoint/2010/main" val="284312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1873B8-DCA7-450B-B1C9-49C856A95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754" y="2416376"/>
            <a:ext cx="8621328" cy="16671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72B14C-989A-465A-B7EA-ABA5B8637005}"/>
              </a:ext>
            </a:extLst>
          </p:cNvPr>
          <p:cNvSpPr txBox="1"/>
          <p:nvPr/>
        </p:nvSpPr>
        <p:spPr>
          <a:xfrm>
            <a:off x="3879273" y="1080655"/>
            <a:ext cx="550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Make file at vagrant</a:t>
            </a:r>
          </a:p>
        </p:txBody>
      </p:sp>
    </p:spTree>
    <p:extLst>
      <p:ext uri="{BB962C8B-B14F-4D97-AF65-F5344CB8AC3E}">
        <p14:creationId xmlns:p14="http://schemas.microsoft.com/office/powerpoint/2010/main" val="3925053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Samarth Kumar</dc:creator>
  <cp:lastModifiedBy>Samarth Kumar</cp:lastModifiedBy>
  <cp:revision>2</cp:revision>
  <dcterms:created xsi:type="dcterms:W3CDTF">2020-03-03T17:47:18Z</dcterms:created>
  <dcterms:modified xsi:type="dcterms:W3CDTF">2020-03-03T17:56:40Z</dcterms:modified>
</cp:coreProperties>
</file>